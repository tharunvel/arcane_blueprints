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Diabetic Retinopathy Triage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First Line of Defense for Rural Eye Camps</a:t>
            </a:r>
          </a:p>
          <a:p/>
          <a:p>
            <a:r>
              <a:t>[Your Team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 in Rural Screening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Massive Scope: India has 101M diabetics; 1 in 3 risk developing Diabetic Retinopathy (DR).</a:t>
            </a:r>
          </a:p>
          <a:p>
            <a:r>
              <a:t>The Bottleneck: Eye camps screen hundreds daily, but ophthalmologists spend hours filtering out healthy eyes.</a:t>
            </a:r>
          </a:p>
          <a:p>
            <a:r>
              <a:t>The Cost: Critical time is lost, delaying care for patients who actually have sight-threatening disease.</a:t>
            </a:r>
          </a:p>
          <a:p>
            <a:r>
              <a:t>The Need: An intelligent triage layer to prioritize high-risk patients instantly.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Screening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Triage: Classifies retinal photos into standard clinical stages (Grades 0 to 4) in seconds.</a:t>
            </a:r>
          </a:p>
          <a:p>
            <a:r>
              <a:t>Actionable Guidance: Maps severity scores directly to clinical recommendations (e.g., 'Urgent Referral').</a:t>
            </a:r>
          </a:p>
          <a:p>
            <a:r>
              <a:t>Clinical Safety First: Low-confidence predictions trigger a mandatory 'Specialist Review' warning.</a:t>
            </a:r>
          </a:p>
          <a:p>
            <a:r>
              <a:t>Always Non-Diagnostic: Explicitly framed as screening support, not a replacement for doctors.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Trust with Doctors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Beyond Heatmaps: We don't just show confusing red/blue heatmaps. We draw precise lesion contours directly on the image.</a:t>
            </a:r>
          </a:p>
          <a:p>
            <a:r>
              <a:t>Visual Context: Uses FAISS to instantly retrieve the 3 most visually similar past cases.</a:t>
            </a:r>
          </a:p>
          <a:p>
            <a:r>
              <a:t>Smart Masking: Auto-detects and masks the camera's dark border so the AI only looks at the actual retina.</a:t>
            </a:r>
          </a:p>
          <a:p>
            <a:r>
              <a:t>Field Robustness: Built-in quality checks automatically reject blurry, dark, or non-retinal images before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 the Hood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Model: EfficientNet-B0 multi-task architecture (predicts grade + localizes lesions).</a:t>
            </a:r>
          </a:p>
          <a:p>
            <a:r>
              <a:t>Training Data: Validated on IDRiD (Indian Diabetic Retinopathy Dataset) for regional accuracy.</a:t>
            </a:r>
          </a:p>
          <a:p>
            <a:r>
              <a:t>Performance: Achieved a Quadratic Weighted Kappa (QWK) of 0.8257.</a:t>
            </a:r>
          </a:p>
          <a:p>
            <a:r>
              <a:t>The Interface: Lightweight, fast UI built in Streamlit.</a:t>
            </a:r>
          </a:p>
          <a:p>
            <a:r>
              <a:t>Hardware Profile: Runs locally without GPU requirements, perfect for low-resource field camps.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Growth Potential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Size: Global DR diagnostics market is $1.2B; India has 600M rural residents needing access.</a:t>
            </a:r>
          </a:p>
          <a:p>
            <a:r>
              <a:t>Deployment: Mobile eye camps, district health centers, and primary care clinics.</a:t>
            </a:r>
          </a:p>
          <a:p>
            <a:r>
              <a:t>Scalability: Requires only a smartphone-grade fundal camera and a standard laptop. No cloud or constant internet needed.</a:t>
            </a:r>
          </a:p>
          <a:p>
            <a:r>
              <a:t>Future Growth: Easy integration with actual fundal cameras via API; potential for federated learning across hospital networks.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Sustainability &amp; Monetization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B2G (Government): Licensing to state health departments (National Programme for Control of Blindness).</a:t>
            </a:r>
          </a:p>
          <a:p>
            <a:r>
              <a:t>B2B (Hospitals/NGOs): Subscription SaaS model for private eye hospital chains running outreach camps.</a:t>
            </a:r>
          </a:p>
          <a:p>
            <a:r>
              <a:t>Partnerships: White-label integration with medical device manufacturers producing fundal cameras.</a:t>
            </a:r>
          </a:p>
          <a:p>
            <a:r>
              <a:t>Funding Options: Health-tech VC seed rounds and corporate CSR programs.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 interface and features live demonstration:</a:t>
            </a:r>
          </a:p>
          <a:p>
            <a:r>
              <a:t>1. Upload &amp; Analysis interface showing a graded result.</a:t>
            </a:r>
          </a:p>
          <a:p>
            <a:r>
              <a:t>2. Contour lesion highlighting and explainability.</a:t>
            </a:r>
          </a:p>
          <a:p>
            <a:r>
              <a:t>3. Patient Registry with automatic severity-based sorting.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Message: "We aren't replacing ophthalmologists. We're ensuring the right patients reach them—before it's too late."</a:t>
            </a:r>
          </a:p>
          <a:p>
            <a:r>
              <a:t>Contact: [Your Email / LinkedIn]</a:t>
            </a:r>
          </a:p>
          <a:p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